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1.png" ContentType="image/png"/>
  <Override PartName="/ppt/presentation.xml" ContentType="application/vnd.openxmlformats-officedocument.presentationml.presentation.main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716EB7-0A27-443C-B2D7-275F501B83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C847F3-E504-482F-BB67-59B263B494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66D54C-776F-44A0-9B63-2966E7988C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2732F43-82CE-4744-AC52-DEEB477495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4501A60-370B-4BC8-896F-65029E440A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6A70F18-6170-4671-AA48-DB45E6F12C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3CA5F14-9E6D-4062-B205-DC28012EFF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339D113-3701-46B5-9991-737D52D7DF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791DEDA-F954-459F-B822-A393535AC3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D3DAAF3-5750-4F1A-B72A-62A315BCB3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3F594B3-6FDA-4E14-AE7F-BE5FA3A288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6E1348-5B92-4C05-8F98-F223011A45A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8959D5-DC60-42A1-BBB9-7064C9C84F2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7EA090-1AE9-45CA-BC92-27D934C17A7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CA3CD2-ABE9-415B-B8AF-C445ABCA947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C39B1A-9066-40E2-BE40-DD3A7E1F926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C67A40-3342-429A-AA76-D42A561B404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933E50-B259-4714-A7AB-E583F4A8202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970800-A6DA-465B-AAF1-1E56DEE4D3A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7E9AAF-7403-4985-84B0-2F57C250EDE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846A5E-10DC-4F85-BB45-065DA94A29D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AA6080-E075-44D5-9FED-A43E7E990EE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Степени целых чисел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86480" y="333720"/>
            <a:ext cx="397440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Задание 1 на Листе 1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Рисунок 3" descr=""/>
          <p:cNvPicPr/>
          <p:nvPr/>
        </p:nvPicPr>
        <p:blipFill>
          <a:blip r:embed="rId1"/>
          <a:stretch/>
        </p:blipFill>
        <p:spPr>
          <a:xfrm>
            <a:off x="4470840" y="0"/>
            <a:ext cx="6423480" cy="685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Задание 2 на Листе 2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Рисунок 5" descr=""/>
          <p:cNvPicPr/>
          <p:nvPr/>
        </p:nvPicPr>
        <p:blipFill>
          <a:blip r:embed="rId1"/>
          <a:stretch/>
        </p:blipFill>
        <p:spPr>
          <a:xfrm>
            <a:off x="656640" y="1926360"/>
            <a:ext cx="10859760" cy="145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Задание 3 на Листе 3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Вычислить с помощью формулы максимальное значение в столбце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Задании 1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Задание 5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Выложить файл на свой сайт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Задание 4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Перевод между системами счисления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Рисунок 3" descr=""/>
          <p:cNvPicPr/>
          <p:nvPr/>
        </p:nvPicPr>
        <p:blipFill>
          <a:blip r:embed="rId1"/>
          <a:stretch/>
        </p:blipFill>
        <p:spPr>
          <a:xfrm>
            <a:off x="1673640" y="2208960"/>
            <a:ext cx="7771320" cy="197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Application>LibreOffice/7.6.7.2$Linux_X86_64 LibreOffice_project/60$Build-2</Application>
  <AppVersion>15.0000</AppVersion>
  <Words>44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2026-04-24T21:22:45Z</dcterms:created>
  <dc:creator>Елена Демидова</dc:creator>
  <dc:description/>
  <dc:language>ru-RU</dc:language>
  <cp:lastModifiedBy/>
  <dcterms:modified xsi:type="dcterms:W3CDTF">2026-04-27T12:44:23Z</dcterms:modified>
  <cp:revision>13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6</vt:i4>
  </property>
</Properties>
</file>